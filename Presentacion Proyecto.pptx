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  <p:sldMasterId id="2147484159" r:id="rId5"/>
  </p:sldMasterIdLst>
  <p:notesMasterIdLst>
    <p:notesMasterId r:id="rId24"/>
  </p:notesMasterIdLst>
  <p:handoutMasterIdLst>
    <p:handoutMasterId r:id="rId25"/>
  </p:handoutMasterIdLst>
  <p:sldIdLst>
    <p:sldId id="1645" r:id="rId6"/>
    <p:sldId id="506" r:id="rId7"/>
    <p:sldId id="1716" r:id="rId8"/>
    <p:sldId id="1694" r:id="rId9"/>
    <p:sldId id="1699" r:id="rId10"/>
    <p:sldId id="1701" r:id="rId11"/>
    <p:sldId id="1695" r:id="rId12"/>
    <p:sldId id="1697" r:id="rId13"/>
    <p:sldId id="1696" r:id="rId14"/>
    <p:sldId id="1698" r:id="rId15"/>
    <p:sldId id="1702" r:id="rId16"/>
    <p:sldId id="1704" r:id="rId17"/>
    <p:sldId id="1718" r:id="rId18"/>
    <p:sldId id="1720" r:id="rId19"/>
    <p:sldId id="1721" r:id="rId20"/>
    <p:sldId id="1719" r:id="rId21"/>
    <p:sldId id="1693" r:id="rId22"/>
    <p:sldId id="1717" r:id="rId23"/>
  </p:sldIdLst>
  <p:sldSz cx="18288000" cy="10287000"/>
  <p:notesSz cx="6797675" cy="9926638"/>
  <p:defaultTextStyle>
    <a:defPPr>
      <a:defRPr lang="uk-UA"/>
    </a:defPPr>
    <a:lvl1pPr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  <a:lvl2pPr marL="684213" indent="-2270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2pPr>
    <a:lvl3pPr marL="1370013" indent="-4556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3pPr>
    <a:lvl4pPr marL="2055813" indent="-6842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4pPr>
    <a:lvl5pPr marL="2741613" indent="-9128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6pPr>
    <a:lvl7pPr marL="27432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7pPr>
    <a:lvl8pPr marL="32004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8pPr>
    <a:lvl9pPr marL="36576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pita Arrese Alcala" initials="" lastIdx="16" clrIdx="0"/>
  <p:cmAuthor id="2" name="oe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879B"/>
    <a:srgbClr val="000000"/>
    <a:srgbClr val="23AAD5"/>
    <a:srgbClr val="64D4EA"/>
    <a:srgbClr val="4CCCE6"/>
    <a:srgbClr val="6CD5EA"/>
    <a:srgbClr val="2BC3E1"/>
    <a:srgbClr val="57C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9" autoAdjust="0"/>
    <p:restoredTop sz="96054" autoAdjust="0"/>
  </p:normalViewPr>
  <p:slideViewPr>
    <p:cSldViewPr snapToGrid="0">
      <p:cViewPr varScale="1">
        <p:scale>
          <a:sx n="55" d="100"/>
          <a:sy n="55" d="100"/>
        </p:scale>
        <p:origin x="768" y="4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-22038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A03F91-CB19-453E-94E1-3C985ABF07F7}" type="doc">
      <dgm:prSet loTypeId="urn:microsoft.com/office/officeart/2005/8/layout/funnel1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076AC85-1A5C-47CB-A274-8AB2A30EF2C6}">
      <dgm:prSet phldrT="[Texto]"/>
      <dgm:spPr/>
      <dgm:t>
        <a:bodyPr/>
        <a:lstStyle/>
        <a:p>
          <a:r>
            <a:rPr lang="es-ES" b="1" dirty="0"/>
            <a:t>Intenciones y entidades</a:t>
          </a:r>
        </a:p>
      </dgm:t>
    </dgm:pt>
    <dgm:pt modelId="{4F83E3F6-2520-4470-B49E-DFFA08A9CE50}" type="parTrans" cxnId="{323627E3-7BBD-492E-BD33-287135DB2AB0}">
      <dgm:prSet/>
      <dgm:spPr/>
      <dgm:t>
        <a:bodyPr/>
        <a:lstStyle/>
        <a:p>
          <a:endParaRPr lang="es-ES"/>
        </a:p>
      </dgm:t>
    </dgm:pt>
    <dgm:pt modelId="{53E2CD66-3888-4995-A687-8C33EA0204DA}" type="sibTrans" cxnId="{323627E3-7BBD-492E-BD33-287135DB2AB0}">
      <dgm:prSet/>
      <dgm:spPr/>
      <dgm:t>
        <a:bodyPr/>
        <a:lstStyle/>
        <a:p>
          <a:endParaRPr lang="es-ES"/>
        </a:p>
      </dgm:t>
    </dgm:pt>
    <dgm:pt modelId="{F6A6E479-D84F-48F7-9F0A-639C6B1BB051}">
      <dgm:prSet phldrT="[Texto]"/>
      <dgm:spPr/>
      <dgm:t>
        <a:bodyPr/>
        <a:lstStyle/>
        <a:p>
          <a:r>
            <a:rPr lang="es-ES" b="1" dirty="0"/>
            <a:t>Dominio</a:t>
          </a:r>
        </a:p>
      </dgm:t>
    </dgm:pt>
    <dgm:pt modelId="{997E5AEE-A4CD-4871-B116-6CFD68E394EE}" type="parTrans" cxnId="{1A3B97A7-DA96-4E86-BE96-28225F19B784}">
      <dgm:prSet/>
      <dgm:spPr/>
      <dgm:t>
        <a:bodyPr/>
        <a:lstStyle/>
        <a:p>
          <a:endParaRPr lang="es-ES"/>
        </a:p>
      </dgm:t>
    </dgm:pt>
    <dgm:pt modelId="{A25CCFA0-95F2-423C-A568-930642B1D6D8}" type="sibTrans" cxnId="{1A3B97A7-DA96-4E86-BE96-28225F19B784}">
      <dgm:prSet/>
      <dgm:spPr/>
      <dgm:t>
        <a:bodyPr/>
        <a:lstStyle/>
        <a:p>
          <a:endParaRPr lang="es-ES"/>
        </a:p>
      </dgm:t>
    </dgm:pt>
    <dgm:pt modelId="{A4D7B417-5464-4E92-B84F-A40B8BB8F523}">
      <dgm:prSet phldrT="[Texto]"/>
      <dgm:spPr/>
      <dgm:t>
        <a:bodyPr/>
        <a:lstStyle/>
        <a:p>
          <a:r>
            <a:rPr lang="es-ES" b="1" dirty="0"/>
            <a:t>Reglas e Historias</a:t>
          </a:r>
        </a:p>
      </dgm:t>
    </dgm:pt>
    <dgm:pt modelId="{E70BACB6-588D-4E93-AF40-C8CBD4CEE995}" type="parTrans" cxnId="{A61EBA0B-ACEF-4164-8364-0EE4592F19C7}">
      <dgm:prSet/>
      <dgm:spPr/>
      <dgm:t>
        <a:bodyPr/>
        <a:lstStyle/>
        <a:p>
          <a:endParaRPr lang="es-ES"/>
        </a:p>
      </dgm:t>
    </dgm:pt>
    <dgm:pt modelId="{72B726A5-81C0-45C4-B41B-7924A147F7BC}" type="sibTrans" cxnId="{A61EBA0B-ACEF-4164-8364-0EE4592F19C7}">
      <dgm:prSet/>
      <dgm:spPr/>
      <dgm:t>
        <a:bodyPr/>
        <a:lstStyle/>
        <a:p>
          <a:endParaRPr lang="es-ES"/>
        </a:p>
      </dgm:t>
    </dgm:pt>
    <dgm:pt modelId="{2334C8A6-1510-40A3-9B8A-3992F936A211}">
      <dgm:prSet phldrT="[Texto]"/>
      <dgm:spPr/>
      <dgm:t>
        <a:bodyPr/>
        <a:lstStyle/>
        <a:p>
          <a:r>
            <a:rPr lang="es-ES" dirty="0"/>
            <a:t>Coherencia del modelo</a:t>
          </a:r>
        </a:p>
      </dgm:t>
    </dgm:pt>
    <dgm:pt modelId="{A96EF33B-6D4A-4981-B387-FC89DAD00917}" type="parTrans" cxnId="{8AFC92D7-652B-4741-85F6-5FF91D4A79F6}">
      <dgm:prSet/>
      <dgm:spPr/>
      <dgm:t>
        <a:bodyPr/>
        <a:lstStyle/>
        <a:p>
          <a:endParaRPr lang="es-ES"/>
        </a:p>
      </dgm:t>
    </dgm:pt>
    <dgm:pt modelId="{D0528C9D-9F24-4E4E-A52E-7BE08E8E6071}" type="sibTrans" cxnId="{8AFC92D7-652B-4741-85F6-5FF91D4A79F6}">
      <dgm:prSet/>
      <dgm:spPr/>
      <dgm:t>
        <a:bodyPr/>
        <a:lstStyle/>
        <a:p>
          <a:endParaRPr lang="es-ES"/>
        </a:p>
      </dgm:t>
    </dgm:pt>
    <dgm:pt modelId="{B9D0005B-B09F-4472-8FAA-1D1E7BBA405F}" type="pres">
      <dgm:prSet presAssocID="{58A03F91-CB19-453E-94E1-3C985ABF07F7}" presName="Name0" presStyleCnt="0">
        <dgm:presLayoutVars>
          <dgm:chMax val="4"/>
          <dgm:resizeHandles val="exact"/>
        </dgm:presLayoutVars>
      </dgm:prSet>
      <dgm:spPr/>
    </dgm:pt>
    <dgm:pt modelId="{2DA84B50-8D5B-4AF3-9136-9392A101C549}" type="pres">
      <dgm:prSet presAssocID="{58A03F91-CB19-453E-94E1-3C985ABF07F7}" presName="ellipse" presStyleLbl="trBgShp" presStyleIdx="0" presStyleCnt="1"/>
      <dgm:spPr/>
    </dgm:pt>
    <dgm:pt modelId="{0EDAD5ED-6307-485C-BDDE-45D8C6A82903}" type="pres">
      <dgm:prSet presAssocID="{58A03F91-CB19-453E-94E1-3C985ABF07F7}" presName="arrow1" presStyleLbl="fgShp" presStyleIdx="0" presStyleCnt="1"/>
      <dgm:spPr/>
    </dgm:pt>
    <dgm:pt modelId="{9E9FAA59-8060-4CD0-9520-50A3573A21CE}" type="pres">
      <dgm:prSet presAssocID="{58A03F91-CB19-453E-94E1-3C985ABF07F7}" presName="rectangle" presStyleLbl="revTx" presStyleIdx="0" presStyleCnt="1">
        <dgm:presLayoutVars>
          <dgm:bulletEnabled val="1"/>
        </dgm:presLayoutVars>
      </dgm:prSet>
      <dgm:spPr/>
    </dgm:pt>
    <dgm:pt modelId="{0B5DC320-4F28-4F28-A608-2C91D066884F}" type="pres">
      <dgm:prSet presAssocID="{F6A6E479-D84F-48F7-9F0A-639C6B1BB051}" presName="item1" presStyleLbl="node1" presStyleIdx="0" presStyleCnt="3">
        <dgm:presLayoutVars>
          <dgm:bulletEnabled val="1"/>
        </dgm:presLayoutVars>
      </dgm:prSet>
      <dgm:spPr/>
    </dgm:pt>
    <dgm:pt modelId="{8EC13C2D-BCFA-4F4D-8336-6310BAEFB928}" type="pres">
      <dgm:prSet presAssocID="{A4D7B417-5464-4E92-B84F-A40B8BB8F523}" presName="item2" presStyleLbl="node1" presStyleIdx="1" presStyleCnt="3">
        <dgm:presLayoutVars>
          <dgm:bulletEnabled val="1"/>
        </dgm:presLayoutVars>
      </dgm:prSet>
      <dgm:spPr/>
    </dgm:pt>
    <dgm:pt modelId="{F02A8B5E-2A91-410C-B7A5-B80C20F607F3}" type="pres">
      <dgm:prSet presAssocID="{2334C8A6-1510-40A3-9B8A-3992F936A211}" presName="item3" presStyleLbl="node1" presStyleIdx="2" presStyleCnt="3">
        <dgm:presLayoutVars>
          <dgm:bulletEnabled val="1"/>
        </dgm:presLayoutVars>
      </dgm:prSet>
      <dgm:spPr/>
    </dgm:pt>
    <dgm:pt modelId="{6A082213-89D9-436D-B2D9-6349631BD7AC}" type="pres">
      <dgm:prSet presAssocID="{58A03F91-CB19-453E-94E1-3C985ABF07F7}" presName="funnel" presStyleLbl="trAlignAcc1" presStyleIdx="0" presStyleCnt="1" custLinFactNeighborX="-603" custLinFactNeighborY="-893"/>
      <dgm:spPr/>
    </dgm:pt>
  </dgm:ptLst>
  <dgm:cxnLst>
    <dgm:cxn modelId="{87CFA702-C6C8-4027-9BC7-2CFEA134E514}" type="presOf" srcId="{2334C8A6-1510-40A3-9B8A-3992F936A211}" destId="{9E9FAA59-8060-4CD0-9520-50A3573A21CE}" srcOrd="0" destOrd="0" presId="urn:microsoft.com/office/officeart/2005/8/layout/funnel1"/>
    <dgm:cxn modelId="{A61EBA0B-ACEF-4164-8364-0EE4592F19C7}" srcId="{58A03F91-CB19-453E-94E1-3C985ABF07F7}" destId="{A4D7B417-5464-4E92-B84F-A40B8BB8F523}" srcOrd="2" destOrd="0" parTransId="{E70BACB6-588D-4E93-AF40-C8CBD4CEE995}" sibTransId="{72B726A5-81C0-45C4-B41B-7924A147F7BC}"/>
    <dgm:cxn modelId="{FACC8A42-7B96-4128-8157-768620DF0191}" type="presOf" srcId="{58A03F91-CB19-453E-94E1-3C985ABF07F7}" destId="{B9D0005B-B09F-4472-8FAA-1D1E7BBA405F}" srcOrd="0" destOrd="0" presId="urn:microsoft.com/office/officeart/2005/8/layout/funnel1"/>
    <dgm:cxn modelId="{F973EF62-1D54-4E5E-A372-06B6FDD88773}" type="presOf" srcId="{A4D7B417-5464-4E92-B84F-A40B8BB8F523}" destId="{0B5DC320-4F28-4F28-A608-2C91D066884F}" srcOrd="0" destOrd="0" presId="urn:microsoft.com/office/officeart/2005/8/layout/funnel1"/>
    <dgm:cxn modelId="{2F24A46B-8A51-47EE-B282-9BD587F727F7}" type="presOf" srcId="{D076AC85-1A5C-47CB-A274-8AB2A30EF2C6}" destId="{F02A8B5E-2A91-410C-B7A5-B80C20F607F3}" srcOrd="0" destOrd="0" presId="urn:microsoft.com/office/officeart/2005/8/layout/funnel1"/>
    <dgm:cxn modelId="{1A3B97A7-DA96-4E86-BE96-28225F19B784}" srcId="{58A03F91-CB19-453E-94E1-3C985ABF07F7}" destId="{F6A6E479-D84F-48F7-9F0A-639C6B1BB051}" srcOrd="1" destOrd="0" parTransId="{997E5AEE-A4CD-4871-B116-6CFD68E394EE}" sibTransId="{A25CCFA0-95F2-423C-A568-930642B1D6D8}"/>
    <dgm:cxn modelId="{843516BC-C57E-467C-AC65-D243ACEC3AB6}" type="presOf" srcId="{F6A6E479-D84F-48F7-9F0A-639C6B1BB051}" destId="{8EC13C2D-BCFA-4F4D-8336-6310BAEFB928}" srcOrd="0" destOrd="0" presId="urn:microsoft.com/office/officeart/2005/8/layout/funnel1"/>
    <dgm:cxn modelId="{8AFC92D7-652B-4741-85F6-5FF91D4A79F6}" srcId="{58A03F91-CB19-453E-94E1-3C985ABF07F7}" destId="{2334C8A6-1510-40A3-9B8A-3992F936A211}" srcOrd="3" destOrd="0" parTransId="{A96EF33B-6D4A-4981-B387-FC89DAD00917}" sibTransId="{D0528C9D-9F24-4E4E-A52E-7BE08E8E6071}"/>
    <dgm:cxn modelId="{323627E3-7BBD-492E-BD33-287135DB2AB0}" srcId="{58A03F91-CB19-453E-94E1-3C985ABF07F7}" destId="{D076AC85-1A5C-47CB-A274-8AB2A30EF2C6}" srcOrd="0" destOrd="0" parTransId="{4F83E3F6-2520-4470-B49E-DFFA08A9CE50}" sibTransId="{53E2CD66-3888-4995-A687-8C33EA0204DA}"/>
    <dgm:cxn modelId="{04640D61-599A-4205-8A73-AE1C2F1C792F}" type="presParOf" srcId="{B9D0005B-B09F-4472-8FAA-1D1E7BBA405F}" destId="{2DA84B50-8D5B-4AF3-9136-9392A101C549}" srcOrd="0" destOrd="0" presId="urn:microsoft.com/office/officeart/2005/8/layout/funnel1"/>
    <dgm:cxn modelId="{8DCC343E-CB6C-4DDB-89E5-3D5666F6143B}" type="presParOf" srcId="{B9D0005B-B09F-4472-8FAA-1D1E7BBA405F}" destId="{0EDAD5ED-6307-485C-BDDE-45D8C6A82903}" srcOrd="1" destOrd="0" presId="urn:microsoft.com/office/officeart/2005/8/layout/funnel1"/>
    <dgm:cxn modelId="{38F53345-D7F9-4E80-A575-81A1870E1380}" type="presParOf" srcId="{B9D0005B-B09F-4472-8FAA-1D1E7BBA405F}" destId="{9E9FAA59-8060-4CD0-9520-50A3573A21CE}" srcOrd="2" destOrd="0" presId="urn:microsoft.com/office/officeart/2005/8/layout/funnel1"/>
    <dgm:cxn modelId="{1F0B2922-6AC3-4FEE-A8E6-5B959912D95D}" type="presParOf" srcId="{B9D0005B-B09F-4472-8FAA-1D1E7BBA405F}" destId="{0B5DC320-4F28-4F28-A608-2C91D066884F}" srcOrd="3" destOrd="0" presId="urn:microsoft.com/office/officeart/2005/8/layout/funnel1"/>
    <dgm:cxn modelId="{74CA954E-2EFF-41EB-AAA1-CD8677207DBC}" type="presParOf" srcId="{B9D0005B-B09F-4472-8FAA-1D1E7BBA405F}" destId="{8EC13C2D-BCFA-4F4D-8336-6310BAEFB928}" srcOrd="4" destOrd="0" presId="urn:microsoft.com/office/officeart/2005/8/layout/funnel1"/>
    <dgm:cxn modelId="{0B91A793-77D5-48E5-8ECC-DD61792CB9B8}" type="presParOf" srcId="{B9D0005B-B09F-4472-8FAA-1D1E7BBA405F}" destId="{F02A8B5E-2A91-410C-B7A5-B80C20F607F3}" srcOrd="5" destOrd="0" presId="urn:microsoft.com/office/officeart/2005/8/layout/funnel1"/>
    <dgm:cxn modelId="{E1C8EBB4-23FE-4BAF-A8BA-9591AA32F459}" type="presParOf" srcId="{B9D0005B-B09F-4472-8FAA-1D1E7BBA405F}" destId="{6A082213-89D9-436D-B2D9-6349631BD7AC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1F3D1B-9A21-4E9F-961C-A1AD1AE712FB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F38D5898-490C-48C7-8293-5E921DC85B5C}">
      <dgm:prSet phldrT="[Texto]"/>
      <dgm:spPr/>
      <dgm:t>
        <a:bodyPr/>
        <a:lstStyle/>
        <a:p>
          <a:r>
            <a:rPr lang="es-ES" dirty="0"/>
            <a:t>NLU</a:t>
          </a:r>
        </a:p>
      </dgm:t>
    </dgm:pt>
    <dgm:pt modelId="{1F91B69B-3092-44F3-9BE8-11BA13D2BA77}" type="parTrans" cxnId="{B73B2661-B2E2-45F0-86F1-95AFFF3D4AF3}">
      <dgm:prSet/>
      <dgm:spPr/>
      <dgm:t>
        <a:bodyPr/>
        <a:lstStyle/>
        <a:p>
          <a:endParaRPr lang="es-ES"/>
        </a:p>
      </dgm:t>
    </dgm:pt>
    <dgm:pt modelId="{B7A98322-D64B-4E81-A147-0C167BF1A2BA}" type="sibTrans" cxnId="{B73B2661-B2E2-45F0-86F1-95AFFF3D4AF3}">
      <dgm:prSet/>
      <dgm:spPr/>
      <dgm:t>
        <a:bodyPr/>
        <a:lstStyle/>
        <a:p>
          <a:endParaRPr lang="es-ES"/>
        </a:p>
      </dgm:t>
    </dgm:pt>
    <dgm:pt modelId="{9A8252BC-A315-46C2-8896-F42258509FCC}">
      <dgm:prSet phldrT="[Texto]"/>
      <dgm:spPr/>
      <dgm:t>
        <a:bodyPr/>
        <a:lstStyle/>
        <a:p>
          <a:r>
            <a:rPr lang="es-ES" dirty="0" err="1"/>
            <a:t>nlu.yml</a:t>
          </a:r>
          <a:r>
            <a:rPr lang="es-ES" dirty="0"/>
            <a:t> (conjunto de intenciones)</a:t>
          </a:r>
        </a:p>
      </dgm:t>
    </dgm:pt>
    <dgm:pt modelId="{93AC337D-D502-4BD8-89C7-7800D2A438BF}" type="parTrans" cxnId="{A752E472-3232-4566-9005-DE1CB1E116BD}">
      <dgm:prSet/>
      <dgm:spPr/>
      <dgm:t>
        <a:bodyPr/>
        <a:lstStyle/>
        <a:p>
          <a:endParaRPr lang="es-ES"/>
        </a:p>
      </dgm:t>
    </dgm:pt>
    <dgm:pt modelId="{9F6EE237-772B-4B94-980E-0C52BF7A9FF3}" type="sibTrans" cxnId="{A752E472-3232-4566-9005-DE1CB1E116BD}">
      <dgm:prSet/>
      <dgm:spPr/>
      <dgm:t>
        <a:bodyPr/>
        <a:lstStyle/>
        <a:p>
          <a:endParaRPr lang="es-ES"/>
        </a:p>
      </dgm:t>
    </dgm:pt>
    <dgm:pt modelId="{1B4392AA-5441-4443-99FA-58B536CC3781}" type="pres">
      <dgm:prSet presAssocID="{EF1F3D1B-9A21-4E9F-961C-A1AD1AE712FB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0467DEC-B7C5-4879-990A-6FA8AB968980}" type="pres">
      <dgm:prSet presAssocID="{F38D5898-490C-48C7-8293-5E921DC85B5C}" presName="centerShape" presStyleLbl="node0" presStyleIdx="0" presStyleCnt="1"/>
      <dgm:spPr/>
    </dgm:pt>
    <dgm:pt modelId="{39C7DA42-EF92-471F-A025-0CE65DA36B02}" type="pres">
      <dgm:prSet presAssocID="{93AC337D-D502-4BD8-89C7-7800D2A438BF}" presName="parTrans" presStyleLbl="bgSibTrans2D1" presStyleIdx="0" presStyleCnt="1"/>
      <dgm:spPr/>
    </dgm:pt>
    <dgm:pt modelId="{A1735B6B-DF74-4344-AA80-7B714F8F4E6A}" type="pres">
      <dgm:prSet presAssocID="{9A8252BC-A315-46C2-8896-F42258509FCC}" presName="node" presStyleLbl="node1" presStyleIdx="0" presStyleCnt="1">
        <dgm:presLayoutVars>
          <dgm:bulletEnabled val="1"/>
        </dgm:presLayoutVars>
      </dgm:prSet>
      <dgm:spPr/>
    </dgm:pt>
  </dgm:ptLst>
  <dgm:cxnLst>
    <dgm:cxn modelId="{B59C0335-FF64-453A-A2F4-AAD8EA48F82E}" type="presOf" srcId="{93AC337D-D502-4BD8-89C7-7800D2A438BF}" destId="{39C7DA42-EF92-471F-A025-0CE65DA36B02}" srcOrd="0" destOrd="0" presId="urn:microsoft.com/office/officeart/2005/8/layout/radial4"/>
    <dgm:cxn modelId="{B73B2661-B2E2-45F0-86F1-95AFFF3D4AF3}" srcId="{EF1F3D1B-9A21-4E9F-961C-A1AD1AE712FB}" destId="{F38D5898-490C-48C7-8293-5E921DC85B5C}" srcOrd="0" destOrd="0" parTransId="{1F91B69B-3092-44F3-9BE8-11BA13D2BA77}" sibTransId="{B7A98322-D64B-4E81-A147-0C167BF1A2BA}"/>
    <dgm:cxn modelId="{CE03A04B-6584-4997-ADEE-817941D56050}" type="presOf" srcId="{9A8252BC-A315-46C2-8896-F42258509FCC}" destId="{A1735B6B-DF74-4344-AA80-7B714F8F4E6A}" srcOrd="0" destOrd="0" presId="urn:microsoft.com/office/officeart/2005/8/layout/radial4"/>
    <dgm:cxn modelId="{48D00152-A342-4011-A048-B9A47A3733C9}" type="presOf" srcId="{F38D5898-490C-48C7-8293-5E921DC85B5C}" destId="{F0467DEC-B7C5-4879-990A-6FA8AB968980}" srcOrd="0" destOrd="0" presId="urn:microsoft.com/office/officeart/2005/8/layout/radial4"/>
    <dgm:cxn modelId="{A752E472-3232-4566-9005-DE1CB1E116BD}" srcId="{F38D5898-490C-48C7-8293-5E921DC85B5C}" destId="{9A8252BC-A315-46C2-8896-F42258509FCC}" srcOrd="0" destOrd="0" parTransId="{93AC337D-D502-4BD8-89C7-7800D2A438BF}" sibTransId="{9F6EE237-772B-4B94-980E-0C52BF7A9FF3}"/>
    <dgm:cxn modelId="{D75DB0D5-DD65-4781-A38D-F7E2B150B6A6}" type="presOf" srcId="{EF1F3D1B-9A21-4E9F-961C-A1AD1AE712FB}" destId="{1B4392AA-5441-4443-99FA-58B536CC3781}" srcOrd="0" destOrd="0" presId="urn:microsoft.com/office/officeart/2005/8/layout/radial4"/>
    <dgm:cxn modelId="{D17554E8-2817-4FED-9AF1-6BD8A2ABEFD3}" type="presParOf" srcId="{1B4392AA-5441-4443-99FA-58B536CC3781}" destId="{F0467DEC-B7C5-4879-990A-6FA8AB968980}" srcOrd="0" destOrd="0" presId="urn:microsoft.com/office/officeart/2005/8/layout/radial4"/>
    <dgm:cxn modelId="{701E3439-FFBE-40DA-8478-6E427EEC8766}" type="presParOf" srcId="{1B4392AA-5441-4443-99FA-58B536CC3781}" destId="{39C7DA42-EF92-471F-A025-0CE65DA36B02}" srcOrd="1" destOrd="0" presId="urn:microsoft.com/office/officeart/2005/8/layout/radial4"/>
    <dgm:cxn modelId="{1E03429C-B999-42AE-A65A-A41A7F6F2703}" type="presParOf" srcId="{1B4392AA-5441-4443-99FA-58B536CC3781}" destId="{A1735B6B-DF74-4344-AA80-7B714F8F4E6A}" srcOrd="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1F3D1B-9A21-4E9F-961C-A1AD1AE712FB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F38D5898-490C-48C7-8293-5E921DC85B5C}">
      <dgm:prSet phldrT="[Texto]"/>
      <dgm:spPr>
        <a:solidFill>
          <a:srgbClr val="00B050"/>
        </a:solidFill>
      </dgm:spPr>
      <dgm:t>
        <a:bodyPr/>
        <a:lstStyle/>
        <a:p>
          <a:r>
            <a:rPr lang="es-ES" dirty="0"/>
            <a:t>Core</a:t>
          </a:r>
        </a:p>
      </dgm:t>
    </dgm:pt>
    <dgm:pt modelId="{1F91B69B-3092-44F3-9BE8-11BA13D2BA77}" type="parTrans" cxnId="{B73B2661-B2E2-45F0-86F1-95AFFF3D4AF3}">
      <dgm:prSet/>
      <dgm:spPr/>
      <dgm:t>
        <a:bodyPr/>
        <a:lstStyle/>
        <a:p>
          <a:endParaRPr lang="es-ES"/>
        </a:p>
      </dgm:t>
    </dgm:pt>
    <dgm:pt modelId="{B7A98322-D64B-4E81-A147-0C167BF1A2BA}" type="sibTrans" cxnId="{B73B2661-B2E2-45F0-86F1-95AFFF3D4AF3}">
      <dgm:prSet/>
      <dgm:spPr/>
      <dgm:t>
        <a:bodyPr/>
        <a:lstStyle/>
        <a:p>
          <a:endParaRPr lang="es-ES"/>
        </a:p>
      </dgm:t>
    </dgm:pt>
    <dgm:pt modelId="{9A8252BC-A315-46C2-8896-F42258509FCC}">
      <dgm:prSet phldrT="[Texto]"/>
      <dgm:spPr>
        <a:solidFill>
          <a:srgbClr val="00B050"/>
        </a:solidFill>
      </dgm:spPr>
      <dgm:t>
        <a:bodyPr/>
        <a:lstStyle/>
        <a:p>
          <a:r>
            <a:rPr lang="es-ES" dirty="0" err="1"/>
            <a:t>rules.yml</a:t>
          </a:r>
          <a:endParaRPr lang="es-ES" dirty="0"/>
        </a:p>
      </dgm:t>
    </dgm:pt>
    <dgm:pt modelId="{93AC337D-D502-4BD8-89C7-7800D2A438BF}" type="parTrans" cxnId="{A752E472-3232-4566-9005-DE1CB1E116BD}">
      <dgm:prSet/>
      <dgm:spPr/>
      <dgm:t>
        <a:bodyPr/>
        <a:lstStyle/>
        <a:p>
          <a:endParaRPr lang="es-ES"/>
        </a:p>
      </dgm:t>
    </dgm:pt>
    <dgm:pt modelId="{9F6EE237-772B-4B94-980E-0C52BF7A9FF3}" type="sibTrans" cxnId="{A752E472-3232-4566-9005-DE1CB1E116BD}">
      <dgm:prSet/>
      <dgm:spPr/>
      <dgm:t>
        <a:bodyPr/>
        <a:lstStyle/>
        <a:p>
          <a:endParaRPr lang="es-ES"/>
        </a:p>
      </dgm:t>
    </dgm:pt>
    <dgm:pt modelId="{6359BC7C-07C7-4BAC-A3D3-777D66575A7D}">
      <dgm:prSet/>
      <dgm:spPr>
        <a:solidFill>
          <a:srgbClr val="00B050"/>
        </a:solidFill>
      </dgm:spPr>
      <dgm:t>
        <a:bodyPr/>
        <a:lstStyle/>
        <a:p>
          <a:r>
            <a:rPr lang="es-ES" dirty="0" err="1"/>
            <a:t>stories.yml</a:t>
          </a:r>
          <a:endParaRPr lang="es-ES" dirty="0"/>
        </a:p>
      </dgm:t>
    </dgm:pt>
    <dgm:pt modelId="{683AEE3C-3DB4-480A-B52B-34BF0CC2E108}" type="parTrans" cxnId="{89F18B31-4C3D-45F4-ADD0-121B13CB1104}">
      <dgm:prSet/>
      <dgm:spPr/>
      <dgm:t>
        <a:bodyPr/>
        <a:lstStyle/>
        <a:p>
          <a:endParaRPr lang="es-ES"/>
        </a:p>
      </dgm:t>
    </dgm:pt>
    <dgm:pt modelId="{B52E3D4E-A256-4291-9163-354863C9938F}" type="sibTrans" cxnId="{89F18B31-4C3D-45F4-ADD0-121B13CB1104}">
      <dgm:prSet/>
      <dgm:spPr/>
      <dgm:t>
        <a:bodyPr/>
        <a:lstStyle/>
        <a:p>
          <a:endParaRPr lang="es-ES"/>
        </a:p>
      </dgm:t>
    </dgm:pt>
    <dgm:pt modelId="{1B4392AA-5441-4443-99FA-58B536CC3781}" type="pres">
      <dgm:prSet presAssocID="{EF1F3D1B-9A21-4E9F-961C-A1AD1AE712FB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0467DEC-B7C5-4879-990A-6FA8AB968980}" type="pres">
      <dgm:prSet presAssocID="{F38D5898-490C-48C7-8293-5E921DC85B5C}" presName="centerShape" presStyleLbl="node0" presStyleIdx="0" presStyleCnt="1"/>
      <dgm:spPr/>
    </dgm:pt>
    <dgm:pt modelId="{44724212-1BD5-4FFB-88BC-EEF208E20563}" type="pres">
      <dgm:prSet presAssocID="{683AEE3C-3DB4-480A-B52B-34BF0CC2E108}" presName="parTrans" presStyleLbl="bgSibTrans2D1" presStyleIdx="0" presStyleCnt="2"/>
      <dgm:spPr/>
    </dgm:pt>
    <dgm:pt modelId="{917C7BAB-5537-4D46-AB3C-7EA618584BBB}" type="pres">
      <dgm:prSet presAssocID="{6359BC7C-07C7-4BAC-A3D3-777D66575A7D}" presName="node" presStyleLbl="node1" presStyleIdx="0" presStyleCnt="2">
        <dgm:presLayoutVars>
          <dgm:bulletEnabled val="1"/>
        </dgm:presLayoutVars>
      </dgm:prSet>
      <dgm:spPr/>
    </dgm:pt>
    <dgm:pt modelId="{39C7DA42-EF92-471F-A025-0CE65DA36B02}" type="pres">
      <dgm:prSet presAssocID="{93AC337D-D502-4BD8-89C7-7800D2A438BF}" presName="parTrans" presStyleLbl="bgSibTrans2D1" presStyleIdx="1" presStyleCnt="2"/>
      <dgm:spPr/>
    </dgm:pt>
    <dgm:pt modelId="{A1735B6B-DF74-4344-AA80-7B714F8F4E6A}" type="pres">
      <dgm:prSet presAssocID="{9A8252BC-A315-46C2-8896-F42258509FCC}" presName="node" presStyleLbl="node1" presStyleIdx="1" presStyleCnt="2">
        <dgm:presLayoutVars>
          <dgm:bulletEnabled val="1"/>
        </dgm:presLayoutVars>
      </dgm:prSet>
      <dgm:spPr/>
    </dgm:pt>
  </dgm:ptLst>
  <dgm:cxnLst>
    <dgm:cxn modelId="{A39F7115-97A8-442F-BAD8-F01CEE36983B}" type="presOf" srcId="{683AEE3C-3DB4-480A-B52B-34BF0CC2E108}" destId="{44724212-1BD5-4FFB-88BC-EEF208E20563}" srcOrd="0" destOrd="0" presId="urn:microsoft.com/office/officeart/2005/8/layout/radial4"/>
    <dgm:cxn modelId="{89F18B31-4C3D-45F4-ADD0-121B13CB1104}" srcId="{F38D5898-490C-48C7-8293-5E921DC85B5C}" destId="{6359BC7C-07C7-4BAC-A3D3-777D66575A7D}" srcOrd="0" destOrd="0" parTransId="{683AEE3C-3DB4-480A-B52B-34BF0CC2E108}" sibTransId="{B52E3D4E-A256-4291-9163-354863C9938F}"/>
    <dgm:cxn modelId="{B59C0335-FF64-453A-A2F4-AAD8EA48F82E}" type="presOf" srcId="{93AC337D-D502-4BD8-89C7-7800D2A438BF}" destId="{39C7DA42-EF92-471F-A025-0CE65DA36B02}" srcOrd="0" destOrd="0" presId="urn:microsoft.com/office/officeart/2005/8/layout/radial4"/>
    <dgm:cxn modelId="{B73B2661-B2E2-45F0-86F1-95AFFF3D4AF3}" srcId="{EF1F3D1B-9A21-4E9F-961C-A1AD1AE712FB}" destId="{F38D5898-490C-48C7-8293-5E921DC85B5C}" srcOrd="0" destOrd="0" parTransId="{1F91B69B-3092-44F3-9BE8-11BA13D2BA77}" sibTransId="{B7A98322-D64B-4E81-A147-0C167BF1A2BA}"/>
    <dgm:cxn modelId="{CE03A04B-6584-4997-ADEE-817941D56050}" type="presOf" srcId="{9A8252BC-A315-46C2-8896-F42258509FCC}" destId="{A1735B6B-DF74-4344-AA80-7B714F8F4E6A}" srcOrd="0" destOrd="0" presId="urn:microsoft.com/office/officeart/2005/8/layout/radial4"/>
    <dgm:cxn modelId="{48D00152-A342-4011-A048-B9A47A3733C9}" type="presOf" srcId="{F38D5898-490C-48C7-8293-5E921DC85B5C}" destId="{F0467DEC-B7C5-4879-990A-6FA8AB968980}" srcOrd="0" destOrd="0" presId="urn:microsoft.com/office/officeart/2005/8/layout/radial4"/>
    <dgm:cxn modelId="{A752E472-3232-4566-9005-DE1CB1E116BD}" srcId="{F38D5898-490C-48C7-8293-5E921DC85B5C}" destId="{9A8252BC-A315-46C2-8896-F42258509FCC}" srcOrd="1" destOrd="0" parTransId="{93AC337D-D502-4BD8-89C7-7800D2A438BF}" sibTransId="{9F6EE237-772B-4B94-980E-0C52BF7A9FF3}"/>
    <dgm:cxn modelId="{7568A855-0C55-42A9-87D9-BFCD6F77BD29}" type="presOf" srcId="{6359BC7C-07C7-4BAC-A3D3-777D66575A7D}" destId="{917C7BAB-5537-4D46-AB3C-7EA618584BBB}" srcOrd="0" destOrd="0" presId="urn:microsoft.com/office/officeart/2005/8/layout/radial4"/>
    <dgm:cxn modelId="{D75DB0D5-DD65-4781-A38D-F7E2B150B6A6}" type="presOf" srcId="{EF1F3D1B-9A21-4E9F-961C-A1AD1AE712FB}" destId="{1B4392AA-5441-4443-99FA-58B536CC3781}" srcOrd="0" destOrd="0" presId="urn:microsoft.com/office/officeart/2005/8/layout/radial4"/>
    <dgm:cxn modelId="{D17554E8-2817-4FED-9AF1-6BD8A2ABEFD3}" type="presParOf" srcId="{1B4392AA-5441-4443-99FA-58B536CC3781}" destId="{F0467DEC-B7C5-4879-990A-6FA8AB968980}" srcOrd="0" destOrd="0" presId="urn:microsoft.com/office/officeart/2005/8/layout/radial4"/>
    <dgm:cxn modelId="{E2E80ABF-82CB-4BA6-959C-14E38043B441}" type="presParOf" srcId="{1B4392AA-5441-4443-99FA-58B536CC3781}" destId="{44724212-1BD5-4FFB-88BC-EEF208E20563}" srcOrd="1" destOrd="0" presId="urn:microsoft.com/office/officeart/2005/8/layout/radial4"/>
    <dgm:cxn modelId="{64FB535A-3868-4204-8B78-B4BEC56B0D5B}" type="presParOf" srcId="{1B4392AA-5441-4443-99FA-58B536CC3781}" destId="{917C7BAB-5537-4D46-AB3C-7EA618584BBB}" srcOrd="2" destOrd="0" presId="urn:microsoft.com/office/officeart/2005/8/layout/radial4"/>
    <dgm:cxn modelId="{701E3439-FFBE-40DA-8478-6E427EEC8766}" type="presParOf" srcId="{1B4392AA-5441-4443-99FA-58B536CC3781}" destId="{39C7DA42-EF92-471F-A025-0CE65DA36B02}" srcOrd="3" destOrd="0" presId="urn:microsoft.com/office/officeart/2005/8/layout/radial4"/>
    <dgm:cxn modelId="{1E03429C-B999-42AE-A65A-A41A7F6F2703}" type="presParOf" srcId="{1B4392AA-5441-4443-99FA-58B536CC3781}" destId="{A1735B6B-DF74-4344-AA80-7B714F8F4E6A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A84B50-8D5B-4AF3-9136-9392A101C549}">
      <dsp:nvSpPr>
        <dsp:cNvPr id="0" name=""/>
        <dsp:cNvSpPr/>
      </dsp:nvSpPr>
      <dsp:spPr>
        <a:xfrm>
          <a:off x="2809240" y="330199"/>
          <a:ext cx="6553200" cy="2275840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AD5ED-6307-485C-BDDE-45D8C6A82903}">
      <dsp:nvSpPr>
        <dsp:cNvPr id="0" name=""/>
        <dsp:cNvSpPr/>
      </dsp:nvSpPr>
      <dsp:spPr>
        <a:xfrm>
          <a:off x="5461000" y="5902959"/>
          <a:ext cx="1270000" cy="812800"/>
        </a:xfrm>
        <a:prstGeom prst="down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E9FAA59-8060-4CD0-9520-50A3573A21CE}">
      <dsp:nvSpPr>
        <dsp:cNvPr id="0" name=""/>
        <dsp:cNvSpPr/>
      </dsp:nvSpPr>
      <dsp:spPr>
        <a:xfrm>
          <a:off x="3048000" y="6553200"/>
          <a:ext cx="6096000" cy="15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 dirty="0"/>
            <a:t>Coherencia del modelo</a:t>
          </a:r>
        </a:p>
      </dsp:txBody>
      <dsp:txXfrm>
        <a:off x="3048000" y="6553200"/>
        <a:ext cx="6096000" cy="1524000"/>
      </dsp:txXfrm>
    </dsp:sp>
    <dsp:sp modelId="{0B5DC320-4F28-4F28-A608-2C91D066884F}">
      <dsp:nvSpPr>
        <dsp:cNvPr id="0" name=""/>
        <dsp:cNvSpPr/>
      </dsp:nvSpPr>
      <dsp:spPr>
        <a:xfrm>
          <a:off x="5191760" y="2781808"/>
          <a:ext cx="2286000" cy="22860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Reglas e Historias</a:t>
          </a:r>
        </a:p>
      </dsp:txBody>
      <dsp:txXfrm>
        <a:off x="5526537" y="3116585"/>
        <a:ext cx="1616446" cy="1616446"/>
      </dsp:txXfrm>
    </dsp:sp>
    <dsp:sp modelId="{8EC13C2D-BCFA-4F4D-8336-6310BAEFB928}">
      <dsp:nvSpPr>
        <dsp:cNvPr id="0" name=""/>
        <dsp:cNvSpPr/>
      </dsp:nvSpPr>
      <dsp:spPr>
        <a:xfrm>
          <a:off x="3556000" y="1066799"/>
          <a:ext cx="2286000" cy="22860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Dominio</a:t>
          </a:r>
        </a:p>
      </dsp:txBody>
      <dsp:txXfrm>
        <a:off x="3890777" y="1401576"/>
        <a:ext cx="1616446" cy="1616446"/>
      </dsp:txXfrm>
    </dsp:sp>
    <dsp:sp modelId="{F02A8B5E-2A91-410C-B7A5-B80C20F607F3}">
      <dsp:nvSpPr>
        <dsp:cNvPr id="0" name=""/>
        <dsp:cNvSpPr/>
      </dsp:nvSpPr>
      <dsp:spPr>
        <a:xfrm>
          <a:off x="5892800" y="514095"/>
          <a:ext cx="2286000" cy="22860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Intenciones y entidades</a:t>
          </a:r>
        </a:p>
      </dsp:txBody>
      <dsp:txXfrm>
        <a:off x="6227577" y="848872"/>
        <a:ext cx="1616446" cy="1616446"/>
      </dsp:txXfrm>
    </dsp:sp>
    <dsp:sp modelId="{6A082213-89D9-436D-B2D9-6349631BD7AC}">
      <dsp:nvSpPr>
        <dsp:cNvPr id="0" name=""/>
        <dsp:cNvSpPr/>
      </dsp:nvSpPr>
      <dsp:spPr>
        <a:xfrm>
          <a:off x="2497114" y="0"/>
          <a:ext cx="7112000" cy="568960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67DEC-B7C5-4879-990A-6FA8AB968980}">
      <dsp:nvSpPr>
        <dsp:cNvPr id="0" name=""/>
        <dsp:cNvSpPr/>
      </dsp:nvSpPr>
      <dsp:spPr>
        <a:xfrm>
          <a:off x="2947471" y="3073375"/>
          <a:ext cx="3015694" cy="30156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 dirty="0"/>
            <a:t>NLU</a:t>
          </a:r>
        </a:p>
      </dsp:txBody>
      <dsp:txXfrm>
        <a:off x="3389109" y="3515013"/>
        <a:ext cx="2132418" cy="2132418"/>
      </dsp:txXfrm>
    </dsp:sp>
    <dsp:sp modelId="{39C7DA42-EF92-471F-A025-0CE65DA36B02}">
      <dsp:nvSpPr>
        <dsp:cNvPr id="0" name=""/>
        <dsp:cNvSpPr/>
      </dsp:nvSpPr>
      <dsp:spPr>
        <a:xfrm rot="16200000">
          <a:off x="3547536" y="1630188"/>
          <a:ext cx="1815564" cy="85947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35B6B-DF74-4344-AA80-7B714F8F4E6A}">
      <dsp:nvSpPr>
        <dsp:cNvPr id="0" name=""/>
        <dsp:cNvSpPr/>
      </dsp:nvSpPr>
      <dsp:spPr>
        <a:xfrm>
          <a:off x="3022864" y="6178"/>
          <a:ext cx="2864909" cy="22919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800" kern="1200" dirty="0" err="1"/>
            <a:t>nlu.yml</a:t>
          </a:r>
          <a:r>
            <a:rPr lang="es-ES" sz="3800" kern="1200" dirty="0"/>
            <a:t> (conjunto de intenciones)</a:t>
          </a:r>
        </a:p>
      </dsp:txBody>
      <dsp:txXfrm>
        <a:off x="3089992" y="73306"/>
        <a:ext cx="2730653" cy="21576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67DEC-B7C5-4879-990A-6FA8AB968980}">
      <dsp:nvSpPr>
        <dsp:cNvPr id="0" name=""/>
        <dsp:cNvSpPr/>
      </dsp:nvSpPr>
      <dsp:spPr>
        <a:xfrm>
          <a:off x="3049108" y="2561154"/>
          <a:ext cx="2812420" cy="2812420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 dirty="0"/>
            <a:t>Core</a:t>
          </a:r>
        </a:p>
      </dsp:txBody>
      <dsp:txXfrm>
        <a:off x="3460977" y="2973023"/>
        <a:ext cx="1988682" cy="1988682"/>
      </dsp:txXfrm>
    </dsp:sp>
    <dsp:sp modelId="{44724212-1BD5-4FFB-88BC-EEF208E20563}">
      <dsp:nvSpPr>
        <dsp:cNvPr id="0" name=""/>
        <dsp:cNvSpPr/>
      </dsp:nvSpPr>
      <dsp:spPr>
        <a:xfrm rot="12900000">
          <a:off x="1142120" y="2037138"/>
          <a:ext cx="2257816" cy="80153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C7BAB-5537-4D46-AB3C-7EA618584BBB}">
      <dsp:nvSpPr>
        <dsp:cNvPr id="0" name=""/>
        <dsp:cNvSpPr/>
      </dsp:nvSpPr>
      <dsp:spPr>
        <a:xfrm>
          <a:off x="10381" y="721673"/>
          <a:ext cx="2671799" cy="213743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78105" rIns="78105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kern="1200" dirty="0" err="1"/>
            <a:t>stories.yml</a:t>
          </a:r>
          <a:endParaRPr lang="es-ES" sz="4100" kern="1200" dirty="0"/>
        </a:p>
      </dsp:txBody>
      <dsp:txXfrm>
        <a:off x="72984" y="784276"/>
        <a:ext cx="2546593" cy="2012233"/>
      </dsp:txXfrm>
    </dsp:sp>
    <dsp:sp modelId="{39C7DA42-EF92-471F-A025-0CE65DA36B02}">
      <dsp:nvSpPr>
        <dsp:cNvPr id="0" name=""/>
        <dsp:cNvSpPr/>
      </dsp:nvSpPr>
      <dsp:spPr>
        <a:xfrm rot="19500000">
          <a:off x="5510700" y="2037138"/>
          <a:ext cx="2257816" cy="80153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35B6B-DF74-4344-AA80-7B714F8F4E6A}">
      <dsp:nvSpPr>
        <dsp:cNvPr id="0" name=""/>
        <dsp:cNvSpPr/>
      </dsp:nvSpPr>
      <dsp:spPr>
        <a:xfrm>
          <a:off x="6228457" y="721673"/>
          <a:ext cx="2671799" cy="213743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78105" rIns="78105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100" kern="1200" dirty="0" err="1"/>
            <a:t>rules.yml</a:t>
          </a:r>
          <a:endParaRPr lang="es-ES" sz="4100" kern="1200" dirty="0"/>
        </a:p>
      </dsp:txBody>
      <dsp:txXfrm>
        <a:off x="6291060" y="784276"/>
        <a:ext cx="2546593" cy="2012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483316B-FC89-46AC-A669-84B3C8C38CAE}" type="datetimeFigureOut">
              <a:rPr lang="es-ES"/>
              <a:pPr>
                <a:defRPr/>
              </a:pPr>
              <a:t>06/12/2025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FFFC5B5C-24C3-460A-AEB0-8BF436E51A56}" type="slidenum">
              <a:rPr lang="es-ES" altLang="es-GT"/>
              <a:pPr/>
              <a:t>‹Nº›</a:t>
            </a:fld>
            <a:endParaRPr lang="es-ES" altLang="es-G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B29D037-B41B-47E8-AF5F-F892A8E01EDB}" type="datetimeFigureOut">
              <a:rPr lang="uk-UA"/>
              <a:pPr>
                <a:defRPr/>
              </a:pPr>
              <a:t>06.12.2025</a:t>
            </a:fld>
            <a:endParaRPr lang="uk-U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uk-UA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uk-U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4BD4089D-3317-46D3-B1BB-1424A7332163}" type="slidenum">
              <a:rPr lang="uk-UA" altLang="es-GT"/>
              <a:pPr/>
              <a:t>‹Nº›</a:t>
            </a:fld>
            <a:endParaRPr lang="uk-UA" altLang="es-G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0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15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52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87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-SLIDE OPT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"/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2400300"/>
            <a:ext cx="9144000" cy="5486400"/>
          </a:xfrm>
          <a:prstGeom prst="rect">
            <a:avLst/>
          </a:prstGeom>
        </p:spPr>
        <p:txBody>
          <a:bodyPr lIns="91428" tIns="45713" rIns="91428" bIns="45713"/>
          <a:lstStyle/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341024323"/>
      </p:ext>
    </p:extLst>
  </p:cSld>
  <p:clrMapOvr>
    <a:masterClrMapping/>
  </p:clrMapOvr>
  <p:transition spd="slow"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"/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 dirty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532888" y="2587752"/>
            <a:ext cx="2706624" cy="2706624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597327942"/>
      </p:ext>
    </p:extLst>
  </p:cSld>
  <p:clrMapOvr>
    <a:masterClrMapping/>
  </p:clrMapOvr>
  <p:transition spd="slow"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"/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337560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3337560" y="5980176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9811512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811512" y="5981700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819523502"/>
      </p:ext>
    </p:extLst>
  </p:cSld>
  <p:clrMapOvr>
    <a:masterClrMapping/>
  </p:clrMapOvr>
  <p:transition spd="slow"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"/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22860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2860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22860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1148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1148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59436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9436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9436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535677262"/>
      </p:ext>
    </p:extLst>
  </p:cSld>
  <p:clrMapOvr>
    <a:masterClrMapping/>
  </p:clrMapOvr>
  <p:transition spd="slow"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" descr="Texto&#10;&#10;Descripción generada automáticament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924083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8013110"/>
      </p:ext>
    </p:extLst>
  </p:cSld>
  <p:clrMapOvr>
    <a:masterClrMapping/>
  </p:clrMapOvr>
  <p:transition spd="slow">
    <p:fad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9"/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89018516"/>
      </p:ext>
    </p:extLst>
  </p:cSld>
  <p:clrMapOvr>
    <a:masterClrMapping/>
  </p:clrMapOvr>
  <p:transition spd="slow">
    <p:fad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73258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16744950" y="9186863"/>
            <a:ext cx="0" cy="74295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7092613" y="9072563"/>
            <a:ext cx="1733550" cy="923925"/>
          </a:xfrm>
          <a:prstGeom prst="rect">
            <a:avLst/>
          </a:prstGeom>
          <a:noFill/>
        </p:spPr>
        <p:txBody>
          <a:bodyPr vert="horz" wrap="square" lIns="91428" tIns="45713" rIns="91428" bIns="45713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defRPr b="1">
                <a:solidFill>
                  <a:schemeClr val="accent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s-ES_tradnl" altLang="es-GT"/>
              <a:t>Pag.</a:t>
            </a:r>
          </a:p>
          <a:p>
            <a:fld id="{BD66CA58-FA24-4266-91B9-3E9622BFF80F}" type="slidenum">
              <a:rPr lang="es-ES_tradnl" altLang="es-GT"/>
              <a:pPr/>
              <a:t>‹Nº›</a:t>
            </a:fld>
            <a:endParaRPr lang="es-ES_tradnl" altLang="es-GT"/>
          </a:p>
        </p:txBody>
      </p:sp>
      <p:pic>
        <p:nvPicPr>
          <p:cNvPr id="1028" name="Imagen 2" descr="Texto&#10;&#10;Descripción generada automáticamente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9255125"/>
            <a:ext cx="3317875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20" r:id="rId1"/>
    <p:sldLayoutId id="2147484221" r:id="rId2"/>
    <p:sldLayoutId id="2147484222" r:id="rId3"/>
    <p:sldLayoutId id="2147484223" r:id="rId4"/>
    <p:sldLayoutId id="2147484224" r:id="rId5"/>
    <p:sldLayoutId id="2147484225" r:id="rId6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219" r:id="rId1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/>
          <p:nvPr/>
        </p:nvSpPr>
        <p:spPr>
          <a:xfrm>
            <a:off x="0" y="-57152"/>
            <a:ext cx="18288000" cy="90027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 sz="89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0" y="9040813"/>
            <a:ext cx="18288000" cy="1246187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solidFill>
                <a:schemeClr val="tx1"/>
              </a:solidFill>
            </a:endParaRPr>
          </a:p>
        </p:txBody>
      </p:sp>
      <p:sp>
        <p:nvSpPr>
          <p:cNvPr id="32" name="TextBox 10"/>
          <p:cNvSpPr txBox="1"/>
          <p:nvPr/>
        </p:nvSpPr>
        <p:spPr>
          <a:xfrm>
            <a:off x="315657" y="4331627"/>
            <a:ext cx="17151350" cy="1754312"/>
          </a:xfrm>
          <a:prstGeom prst="rect">
            <a:avLst/>
          </a:prstGeom>
          <a:noFill/>
        </p:spPr>
        <p:txBody>
          <a:bodyPr wrap="square"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5400" b="1" dirty="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“</a:t>
            </a:r>
            <a:r>
              <a:rPr lang="es-ES_tradnl" sz="5400" b="1" dirty="0" err="1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Chatbot</a:t>
            </a:r>
            <a:r>
              <a:rPr lang="es-ES_tradnl" sz="5400" b="1" dirty="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de Soporte Técnico multimodal para unidades de negocio de Grupo Salinas Guatemala”</a:t>
            </a:r>
          </a:p>
        </p:txBody>
      </p:sp>
      <p:sp>
        <p:nvSpPr>
          <p:cNvPr id="33" name="TextBox 10"/>
          <p:cNvSpPr txBox="1"/>
          <p:nvPr/>
        </p:nvSpPr>
        <p:spPr>
          <a:xfrm>
            <a:off x="246062" y="578577"/>
            <a:ext cx="17795875" cy="769427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Postgrado en Inteligencia Artificial</a:t>
            </a:r>
          </a:p>
        </p:txBody>
      </p:sp>
      <p:grpSp>
        <p:nvGrpSpPr>
          <p:cNvPr id="10246" name="Agrupar 33"/>
          <p:cNvGrpSpPr>
            <a:grpSpLocks/>
          </p:cNvGrpSpPr>
          <p:nvPr/>
        </p:nvGrpSpPr>
        <p:grpSpPr bwMode="auto">
          <a:xfrm>
            <a:off x="406041" y="4468671"/>
            <a:ext cx="795337" cy="708025"/>
            <a:chOff x="1406133" y="686869"/>
            <a:chExt cx="2648037" cy="2353739"/>
          </a:xfrm>
        </p:grpSpPr>
        <p:cxnSp>
          <p:nvCxnSpPr>
            <p:cNvPr id="35" name="Conector recto 34"/>
            <p:cNvCxnSpPr/>
            <p:nvPr/>
          </p:nvCxnSpPr>
          <p:spPr>
            <a:xfrm>
              <a:off x="1406133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/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47" name="Agrupar 36"/>
          <p:cNvGrpSpPr>
            <a:grpSpLocks/>
          </p:cNvGrpSpPr>
          <p:nvPr/>
        </p:nvGrpSpPr>
        <p:grpSpPr bwMode="auto">
          <a:xfrm rot="10800000">
            <a:off x="16629284" y="5340499"/>
            <a:ext cx="795338" cy="708025"/>
            <a:chOff x="1406133" y="686869"/>
            <a:chExt cx="2648037" cy="2353739"/>
          </a:xfrm>
        </p:grpSpPr>
        <p:cxnSp>
          <p:nvCxnSpPr>
            <p:cNvPr id="38" name="Conector recto 37"/>
            <p:cNvCxnSpPr/>
            <p:nvPr/>
          </p:nvCxnSpPr>
          <p:spPr>
            <a:xfrm>
              <a:off x="1379707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/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0"/>
          <p:cNvSpPr txBox="1"/>
          <p:nvPr/>
        </p:nvSpPr>
        <p:spPr>
          <a:xfrm>
            <a:off x="561978" y="7077363"/>
            <a:ext cx="17795875" cy="769427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Estudiante: Sergio Geovany García Smith</a:t>
            </a:r>
          </a:p>
        </p:txBody>
      </p:sp>
      <p:sp>
        <p:nvSpPr>
          <p:cNvPr id="18" name="TextBox 10"/>
          <p:cNvSpPr txBox="1"/>
          <p:nvPr/>
        </p:nvSpPr>
        <p:spPr>
          <a:xfrm>
            <a:off x="631831" y="8011462"/>
            <a:ext cx="17795875" cy="769427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Diciembre 2025</a:t>
            </a:r>
          </a:p>
        </p:txBody>
      </p:sp>
      <p:pic>
        <p:nvPicPr>
          <p:cNvPr id="2" name="Imagen 1" descr="Universidad Galileo">
            <a:extLst>
              <a:ext uri="{FF2B5EF4-FFF2-40B4-BE49-F238E27FC236}">
                <a16:creationId xmlns:a16="http://schemas.microsoft.com/office/drawing/2014/main" id="{4956A102-09A5-BD4C-5D36-E92B0F0D9E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113" y="1630378"/>
            <a:ext cx="6487773" cy="24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280547"/>
            <a:ext cx="11274136" cy="1920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01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Actualidad del departamento </a:t>
            </a:r>
            <a:r>
              <a:rPr lang="es-ES_tradnl" altLang="es-ES" dirty="0" err="1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SopTec</a:t>
            </a: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GT</a:t>
            </a:r>
          </a:p>
        </p:txBody>
      </p:sp>
      <p:sp>
        <p:nvSpPr>
          <p:cNvPr id="12293" name="Slide Number Placeholder 2"/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2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6D27E8-E503-1C06-252F-5F4851C39B36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486870-346A-294B-1793-1156C708F4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294"/>
          <a:stretch>
            <a:fillRect/>
          </a:stretch>
        </p:blipFill>
        <p:spPr bwMode="auto">
          <a:xfrm>
            <a:off x="588168" y="1612307"/>
            <a:ext cx="8416123" cy="8281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DCF390-6DBE-0E97-7F72-8F29613A43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47"/>
          <a:stretch>
            <a:fillRect/>
          </a:stretch>
        </p:blipFill>
        <p:spPr bwMode="auto">
          <a:xfrm>
            <a:off x="9469194" y="3500437"/>
            <a:ext cx="7947269" cy="623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CB781-FCF7-008F-E22B-DC0FBCAB8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5BD0F0BC-501C-9022-4EB8-E7EC1948F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280547"/>
            <a:ext cx="11274136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01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 err="1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Integracion</a:t>
            </a: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s-ES_tradnl" altLang="es-ES" dirty="0" err="1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endParaRPr lang="es-ES_tradnl" altLang="es-ES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59CD81AA-310D-B36B-F0A0-B3F410002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3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4098D59-CA3F-DC47-F481-97B7D904E5BB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AEA8B0-74DA-2987-C8F6-6D54CAA85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4" y="1591661"/>
            <a:ext cx="13637859" cy="843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27785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9324975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02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 del proyecto</a:t>
            </a:r>
          </a:p>
        </p:txBody>
      </p:sp>
      <p:sp>
        <p:nvSpPr>
          <p:cNvPr id="12293" name="Slide Number Placeholder 2"/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4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04CB9D5-A3A0-F5E5-1D97-BF57EADF9C85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331993-52FF-C908-CA1A-7FE2FD50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0"/>
          <a:stretch>
            <a:fillRect/>
          </a:stretch>
        </p:blipFill>
        <p:spPr>
          <a:xfrm>
            <a:off x="8562539" y="357188"/>
            <a:ext cx="7543800" cy="992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31964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15311438" cy="1920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03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Conversacional basado en Rasa Framework</a:t>
            </a:r>
          </a:p>
        </p:txBody>
      </p:sp>
      <p:sp>
        <p:nvSpPr>
          <p:cNvPr id="12293" name="Slide Number Placeholder 2"/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5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239508457"/>
              </p:ext>
            </p:extLst>
          </p:nvPr>
        </p:nvGraphicFramePr>
        <p:xfrm>
          <a:off x="3048000" y="215900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upo 6"/>
          <p:cNvGrpSpPr/>
          <p:nvPr/>
        </p:nvGrpSpPr>
        <p:grpSpPr>
          <a:xfrm>
            <a:off x="13515972" y="4196138"/>
            <a:ext cx="2971800" cy="2404687"/>
            <a:chOff x="5892800" y="514095"/>
            <a:chExt cx="2286000" cy="2286000"/>
          </a:xfrm>
          <a:solidFill>
            <a:srgbClr val="FF0000"/>
          </a:solidFill>
        </p:grpSpPr>
        <p:sp>
          <p:nvSpPr>
            <p:cNvPr id="8" name="Elipse 7"/>
            <p:cNvSpPr/>
            <p:nvPr/>
          </p:nvSpPr>
          <p:spPr>
            <a:xfrm>
              <a:off x="5892800" y="514095"/>
              <a:ext cx="2286000" cy="2286000"/>
            </a:xfrm>
            <a:prstGeom prst="ellipse">
              <a:avLst/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Elipse 4"/>
            <p:cNvSpPr txBox="1"/>
            <p:nvPr/>
          </p:nvSpPr>
          <p:spPr>
            <a:xfrm>
              <a:off x="6227577" y="848872"/>
              <a:ext cx="1616446" cy="161644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0" tIns="31750" rIns="31750" bIns="31750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2500" b="1" kern="1200" dirty="0"/>
                <a:t>Acciones personalizadas</a:t>
              </a: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3783EA8F-004B-5810-A0B4-0EF371D92433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B46CFE-F894-50E3-80F0-A4976BE45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430" y="6600824"/>
            <a:ext cx="493757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action_verificar_identidad</a:t>
            </a:r>
            <a:endParaRPr kumimoji="0" lang="es-GT" altLang="es-G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action_sugerir_solucion_incidente</a:t>
            </a:r>
            <a:endParaRPr kumimoji="0" lang="es-GT" altLang="es-G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action_mostrar_mas_pasos_rag</a:t>
            </a:r>
            <a:endParaRPr kumimoji="0" lang="es-GT" altLang="es-G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action_confirmar_reporte</a:t>
            </a:r>
            <a:endParaRPr kumimoji="0" lang="es-GT" altLang="es-G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action_start_nuevo_incidente</a:t>
            </a:r>
            <a:endParaRPr kumimoji="0" lang="es-GT" altLang="es-G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23600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17054513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03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Conversacional basado en Rasa Framework</a:t>
            </a:r>
          </a:p>
        </p:txBody>
      </p:sp>
      <p:sp>
        <p:nvSpPr>
          <p:cNvPr id="12293" name="Slide Number Placeholder 2"/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6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0" name="TextBox 11"/>
          <p:cNvSpPr txBox="1">
            <a:spLocks noChangeArrowheads="1"/>
          </p:cNvSpPr>
          <p:nvPr/>
        </p:nvSpPr>
        <p:spPr bwMode="auto">
          <a:xfrm>
            <a:off x="633420" y="1764975"/>
            <a:ext cx="17054513" cy="769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>
            <a:spAutoFit/>
          </a:bodyPr>
          <a:lstStyle/>
          <a:p>
            <a:pPr algn="ctr" eaLnBrk="1" hangingPunct="1"/>
            <a:r>
              <a:rPr lang="es-ES_tradnl" altLang="es-ES" sz="4400" b="1" dirty="0">
                <a:latin typeface="Arial" panose="020B0604020202020204" pitchFamily="34" charset="0"/>
                <a:cs typeface="Arial" panose="020B0604020202020204" pitchFamily="34" charset="0"/>
              </a:rPr>
              <a:t>Modelos NLU y Core</a:t>
            </a: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419560737"/>
              </p:ext>
            </p:extLst>
          </p:nvPr>
        </p:nvGraphicFramePr>
        <p:xfrm>
          <a:off x="-95250" y="2791578"/>
          <a:ext cx="8910638" cy="6095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527155803"/>
              </p:ext>
            </p:extLst>
          </p:nvPr>
        </p:nvGraphicFramePr>
        <p:xfrm>
          <a:off x="9160676" y="2534402"/>
          <a:ext cx="8910638" cy="6095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2B23FEBB-CFE3-B455-4FA2-2B42A3B26697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097462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15525750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04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de Conocimientos (documentos técnicos)</a:t>
            </a:r>
          </a:p>
        </p:txBody>
      </p:sp>
      <p:sp>
        <p:nvSpPr>
          <p:cNvPr id="12293" name="Slide Number Placeholder 2"/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7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BF60483-4C4B-CECD-F389-183B06AA3E1F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BAB020-B5B5-ABF2-3D57-A44199AE2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4" y="2739230"/>
            <a:ext cx="5256151" cy="66762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AEB3192-2A78-6719-AF16-7F7FF54F9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980" y="3192786"/>
            <a:ext cx="7313420" cy="576912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AE12215-1A08-05AE-C592-04C2D96E5865}"/>
              </a:ext>
            </a:extLst>
          </p:cNvPr>
          <p:cNvSpPr/>
          <p:nvPr/>
        </p:nvSpPr>
        <p:spPr>
          <a:xfrm>
            <a:off x="12825339" y="2269456"/>
            <a:ext cx="12955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md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7413670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Slide Number Placeholder 2"/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8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DB6136B-4BE5-240F-C759-3A433628A9EF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3741D5-4FEF-0C18-ACAB-BF9BDE0E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9324975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04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A35E328-EDC6-3796-CF25-E6FD0FECF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9" r="49542" b="-323"/>
          <a:stretch>
            <a:fillRect/>
          </a:stretch>
        </p:blipFill>
        <p:spPr>
          <a:xfrm>
            <a:off x="5952667" y="445780"/>
            <a:ext cx="5791794" cy="9395439"/>
          </a:xfrm>
          <a:prstGeom prst="rect">
            <a:avLst/>
          </a:prstGeom>
        </p:spPr>
      </p:pic>
      <p:sp>
        <p:nvSpPr>
          <p:cNvPr id="11" name="Signo de multiplicación 10">
            <a:extLst>
              <a:ext uri="{FF2B5EF4-FFF2-40B4-BE49-F238E27FC236}">
                <a16:creationId xmlns:a16="http://schemas.microsoft.com/office/drawing/2014/main" id="{B7D1CE0E-121E-B869-F495-C10F70190642}"/>
              </a:ext>
            </a:extLst>
          </p:cNvPr>
          <p:cNvSpPr/>
          <p:nvPr/>
        </p:nvSpPr>
        <p:spPr>
          <a:xfrm>
            <a:off x="11044238" y="4314824"/>
            <a:ext cx="6300787" cy="828675"/>
          </a:xfrm>
          <a:prstGeom prst="mathMultiply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14" name="Signo de multiplicación 13">
            <a:extLst>
              <a:ext uri="{FF2B5EF4-FFF2-40B4-BE49-F238E27FC236}">
                <a16:creationId xmlns:a16="http://schemas.microsoft.com/office/drawing/2014/main" id="{47D29FD0-CE8F-89B3-CBC2-DFA0207371E4}"/>
              </a:ext>
            </a:extLst>
          </p:cNvPr>
          <p:cNvSpPr/>
          <p:nvPr/>
        </p:nvSpPr>
        <p:spPr>
          <a:xfrm>
            <a:off x="7486650" y="7329488"/>
            <a:ext cx="1657350" cy="1285875"/>
          </a:xfrm>
          <a:prstGeom prst="mathMultiply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15" name="Signo de multiplicación 14">
            <a:extLst>
              <a:ext uri="{FF2B5EF4-FFF2-40B4-BE49-F238E27FC236}">
                <a16:creationId xmlns:a16="http://schemas.microsoft.com/office/drawing/2014/main" id="{31A45619-D444-0A2B-1E5C-A3B84B0FF618}"/>
              </a:ext>
            </a:extLst>
          </p:cNvPr>
          <p:cNvSpPr/>
          <p:nvPr/>
        </p:nvSpPr>
        <p:spPr>
          <a:xfrm>
            <a:off x="7486650" y="6103632"/>
            <a:ext cx="1657350" cy="1285875"/>
          </a:xfrm>
          <a:prstGeom prst="mathMultiply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16" name="Signo de multiplicación 15">
            <a:extLst>
              <a:ext uri="{FF2B5EF4-FFF2-40B4-BE49-F238E27FC236}">
                <a16:creationId xmlns:a16="http://schemas.microsoft.com/office/drawing/2014/main" id="{EA4BDB49-D23E-EACC-07D4-C3A72C587B29}"/>
              </a:ext>
            </a:extLst>
          </p:cNvPr>
          <p:cNvSpPr/>
          <p:nvPr/>
        </p:nvSpPr>
        <p:spPr>
          <a:xfrm>
            <a:off x="9615555" y="4955869"/>
            <a:ext cx="1657350" cy="1285875"/>
          </a:xfrm>
          <a:prstGeom prst="mathMultiply">
            <a:avLst/>
          </a:prstGeom>
          <a:solidFill>
            <a:srgbClr val="FF0000"/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6154599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9324975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04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</a:p>
        </p:txBody>
      </p:sp>
      <p:sp>
        <p:nvSpPr>
          <p:cNvPr id="12293" name="Slide Number Placeholder 2"/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9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847FA55-B8E9-41B5-A8A4-42D9D736C37A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E9E3421-C208-7C8B-ED51-2C8765981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2" y="2363395"/>
            <a:ext cx="1671002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s-GT" altLang="es-GT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sentence-transformers</a:t>
            </a: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/all-MiniLM-L6-v2</a:t>
            </a: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GT" altLang="es-GT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Indexación con </a:t>
            </a: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rag_index.py</a:t>
            </a: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GT" altLang="es-GT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Búsqueda por similitud coseno.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Filtros por categoría/subcategoría.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Bonos a coincidencias (heurísticas tipo “no enciende”, “pantalla negra”).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Extracción automática de la sección </a:t>
            </a:r>
            <a:r>
              <a:rPr kumimoji="0" lang="es-GT" altLang="es-GT" sz="4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Pasos de solución</a:t>
            </a: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Envío al usuario en tandas de 5 pasos + imágenes.</a:t>
            </a:r>
          </a:p>
        </p:txBody>
      </p:sp>
    </p:spTree>
    <p:extLst>
      <p:ext uri="{BB962C8B-B14F-4D97-AF65-F5344CB8AC3E}">
        <p14:creationId xmlns:p14="http://schemas.microsoft.com/office/powerpoint/2010/main" val="253695451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9324975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05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Híbrido (Local + Cloud)</a:t>
            </a:r>
          </a:p>
        </p:txBody>
      </p:sp>
      <p:sp>
        <p:nvSpPr>
          <p:cNvPr id="12293" name="Slide Number Placeholder 2"/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10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CA1A160-7FAB-DDAB-D78B-D790119F820B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E420744-E3CE-7217-7CB8-8284D471E957}"/>
              </a:ext>
            </a:extLst>
          </p:cNvPr>
          <p:cNvSpPr txBox="1"/>
          <p:nvPr/>
        </p:nvSpPr>
        <p:spPr>
          <a:xfrm>
            <a:off x="1203722" y="2356054"/>
            <a:ext cx="932259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4400" dirty="0"/>
              <a:t> </a:t>
            </a:r>
            <a:r>
              <a:rPr lang="es-MX" sz="4400" b="1" dirty="0"/>
              <a:t>Local (</a:t>
            </a:r>
            <a:r>
              <a:rPr lang="es-MX" sz="4400" b="1" dirty="0" err="1"/>
              <a:t>Ollama</a:t>
            </a:r>
            <a:r>
              <a:rPr lang="es-MX" sz="4400" b="1" dirty="0"/>
              <a:t>)</a:t>
            </a:r>
            <a:r>
              <a:rPr lang="es-MX" sz="4400" dirty="0"/>
              <a:t> — </a:t>
            </a:r>
            <a:r>
              <a:rPr lang="es-MX" sz="4400" dirty="0">
                <a:latin typeface="Courier New" panose="02070309020205020404" pitchFamily="49" charset="0"/>
              </a:rPr>
              <a:t>llama3.2:1b</a:t>
            </a:r>
            <a:endParaRPr lang="es-MX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4400" b="1" dirty="0"/>
              <a:t>Cloud (</a:t>
            </a:r>
            <a:r>
              <a:rPr lang="es-MX" sz="4400" b="1" dirty="0" err="1"/>
              <a:t>OpenAI</a:t>
            </a:r>
            <a:r>
              <a:rPr lang="es-MX" sz="4400" b="1" dirty="0"/>
              <a:t>)</a:t>
            </a:r>
            <a:r>
              <a:rPr lang="es-MX" sz="4400" dirty="0"/>
              <a:t> — </a:t>
            </a:r>
            <a:r>
              <a:rPr lang="es-MX" sz="4400" dirty="0">
                <a:latin typeface="Courier New" panose="02070309020205020404" pitchFamily="49" charset="0"/>
              </a:rPr>
              <a:t>gpt-4.1-nano</a:t>
            </a:r>
            <a:endParaRPr lang="es-MX" sz="4400" dirty="0"/>
          </a:p>
          <a:p>
            <a:pPr>
              <a:buNone/>
            </a:pPr>
            <a:r>
              <a:rPr lang="es-MX" sz="4400" b="1" dirty="0"/>
              <a:t>Reglas del </a:t>
            </a:r>
            <a:r>
              <a:rPr lang="es-MX" sz="4400" b="1" dirty="0" err="1"/>
              <a:t>prompt</a:t>
            </a:r>
            <a:r>
              <a:rPr lang="es-MX" sz="44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400" dirty="0"/>
              <a:t>Máximo 3–5 pasos.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400" dirty="0"/>
              <a:t>Sin inventar información interna.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400" dirty="0"/>
              <a:t>Solución práctica y breve.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400" dirty="0" err="1"/>
              <a:t>Fallback</a:t>
            </a:r>
            <a:r>
              <a:rPr lang="es-MX" sz="4400" dirty="0"/>
              <a:t> si el modelo se niega.</a:t>
            </a:r>
          </a:p>
        </p:txBody>
      </p:sp>
    </p:spTree>
    <p:extLst>
      <p:ext uri="{BB962C8B-B14F-4D97-AF65-F5344CB8AC3E}">
        <p14:creationId xmlns:p14="http://schemas.microsoft.com/office/powerpoint/2010/main" val="4231111046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9324975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06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Canal de Integración</a:t>
            </a:r>
          </a:p>
        </p:txBody>
      </p:sp>
      <p:sp>
        <p:nvSpPr>
          <p:cNvPr id="12293" name="Slide Number Placeholder 2"/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11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3AF60FA-286A-CD88-72E7-41E07F5E001F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F71688-D7ED-4B3A-9B7E-BB577DD61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" y="2497813"/>
            <a:ext cx="888736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Botones → mapeo automático a </a:t>
            </a:r>
            <a:r>
              <a:rPr kumimoji="0" lang="es-GT" altLang="es-GT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intents</a:t>
            </a:r>
            <a:r>
              <a:rPr kumimoji="0" lang="es-GT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OCR para leer carnet desde una foto.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Manejo de sesión: expira tras 10 minutos.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967F07-8868-A938-9D17-5AA807975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115" y="0"/>
            <a:ext cx="547482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148413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10796588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07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Registros de incidentes + </a:t>
            </a:r>
            <a:r>
              <a:rPr lang="es-ES_tradnl" altLang="es-ES" dirty="0" err="1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s-ES_tradnl" altLang="es-ES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/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12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6639BE-2012-7063-1804-3AF8CC14EA6E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9E930AD-2ACE-C93A-D780-3E77BD352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64" y="2017346"/>
            <a:ext cx="10294733" cy="474064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0619FDB-13A8-A63D-4AF7-9A8353F88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53" y="5143500"/>
            <a:ext cx="10492947" cy="48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36162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85A09-91B6-FD58-AF75-AA687035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1F98A0F-995E-C997-77BC-E938095B9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10796588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08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 de trabajo del </a:t>
            </a:r>
            <a:r>
              <a:rPr lang="es-ES_tradnl" altLang="es-ES" dirty="0" err="1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endParaRPr lang="es-ES_tradnl" altLang="es-ES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4314316B-875B-EAC6-0168-529820DC5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13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E1E74-D4DE-4A1E-EC22-9456A31AB62E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FF44768-63C2-63BC-D407-C79E01544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01"/>
          <a:stretch>
            <a:fillRect/>
          </a:stretch>
        </p:blipFill>
        <p:spPr>
          <a:xfrm>
            <a:off x="536684" y="1882614"/>
            <a:ext cx="7780354" cy="737568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5F2519F-8DAF-ED4C-8602-5049030BE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10"/>
          <a:stretch>
            <a:fillRect/>
          </a:stretch>
        </p:blipFill>
        <p:spPr>
          <a:xfrm>
            <a:off x="9373614" y="1042988"/>
            <a:ext cx="7327242" cy="898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53467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0D3A8-9476-D28D-EBA5-390FE835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58A8165-A23C-CC07-3016-287930404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10796588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08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 de trabajo del </a:t>
            </a:r>
            <a:r>
              <a:rPr lang="es-ES_tradnl" altLang="es-ES" dirty="0" err="1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endParaRPr lang="es-ES_tradnl" altLang="es-ES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AA8433F9-B914-98EB-7166-2B5EC7523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14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FD8B04-081A-4568-022D-96720E59CADB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F45570-91BF-F5E2-1231-08112DC47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584" y="2236789"/>
            <a:ext cx="4364831" cy="775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25485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E234A-3868-BC02-FAB1-12C86331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8D53C343-D58C-4B8D-9610-E88DEFC03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10796588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08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 de trabajo del </a:t>
            </a:r>
            <a:r>
              <a:rPr lang="es-ES_tradnl" altLang="es-ES" dirty="0" err="1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endParaRPr lang="es-ES_tradnl" altLang="es-ES" dirty="0">
              <a:solidFill>
                <a:srgbClr val="0056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CD20BBBD-9693-199D-633A-E1E01E76B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15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79DC939-3429-D1B0-841B-4C71D56EBACA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1C367F-36C7-9DF9-23F0-FEFA4E925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866869"/>
            <a:ext cx="3796144" cy="843587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77FEB50-20B4-51CB-774F-801BBA138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9991" y="1866869"/>
            <a:ext cx="3673720" cy="81638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9BA9F15-205A-6025-9091-CFAA22A44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878304"/>
            <a:ext cx="3668574" cy="815238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DF39E3E-C2D8-F0C9-5D29-FB662BB131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364" y="1882614"/>
            <a:ext cx="3668574" cy="815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17321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5AC78-3889-23EB-3362-127E0783D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328BC571-F5E6-78E3-14E6-B26A82B33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76300" y="571500"/>
            <a:ext cx="10796588" cy="13111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s-ES_tradnl" altLang="es-E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Apartado 09</a:t>
            </a:r>
            <a:br>
              <a:rPr lang="es-ES_tradnl" alt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altLang="es-ES" dirty="0">
                <a:solidFill>
                  <a:srgbClr val="005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Trabajo Futuro</a:t>
            </a: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6D5E276E-FD72-458F-69BB-266EE7FF5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05DAE534-E647-4087-9BCE-FE14A1D9A815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16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E787866-4D5B-A673-4947-8EF70FD9260F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A455D2-D50C-F4A0-0494-BF63A99D8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308" y="700098"/>
            <a:ext cx="5231904" cy="930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62457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91175" y="4589463"/>
            <a:ext cx="7105650" cy="1108075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600" b="1" dirty="0">
                <a:solidFill>
                  <a:schemeClr val="accent1"/>
                </a:solidFill>
                <a:latin typeface="Arial" panose="020B06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demo</a:t>
            </a:r>
            <a:endParaRPr lang="es-ES_tradnl" sz="6600" b="1" dirty="0">
              <a:solidFill>
                <a:schemeClr val="accent5"/>
              </a:solidFill>
              <a:latin typeface="Arial" panose="020B0604020202020204" pitchFamily="34" charset="0"/>
              <a:ea typeface="Lato Semibold" panose="020F0502020204030203" pitchFamily="34" charset="0"/>
              <a:cs typeface="Arial" panose="020B0604020202020204" pitchFamily="34" charset="0"/>
            </a:endParaRP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5510213" y="4457700"/>
            <a:ext cx="685800" cy="685800"/>
            <a:chOff x="6324600" y="4114799"/>
            <a:chExt cx="685800" cy="685800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60" name="Group 7"/>
          <p:cNvGrpSpPr>
            <a:grpSpLocks/>
          </p:cNvGrpSpPr>
          <p:nvPr/>
        </p:nvGrpSpPr>
        <p:grpSpPr bwMode="auto">
          <a:xfrm rot="10800000">
            <a:off x="12011025" y="5143500"/>
            <a:ext cx="685800" cy="685800"/>
            <a:chOff x="6324600" y="4114799"/>
            <a:chExt cx="685800" cy="685800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83CB805D-850C-60EF-E02F-E810BB2211FD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8530520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EB056-1923-AE07-DB5F-507DA028B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16554E-7352-9252-3FF8-86C4D1F547F9}"/>
              </a:ext>
            </a:extLst>
          </p:cNvPr>
          <p:cNvSpPr txBox="1"/>
          <p:nvPr/>
        </p:nvSpPr>
        <p:spPr>
          <a:xfrm>
            <a:off x="5591175" y="4589463"/>
            <a:ext cx="7105650" cy="1108075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600" b="1" dirty="0">
                <a:solidFill>
                  <a:schemeClr val="accent1"/>
                </a:solidFill>
                <a:latin typeface="Arial" panose="020B06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muchas </a:t>
            </a:r>
            <a:r>
              <a:rPr lang="es-ES_tradnl" sz="6600" b="1" dirty="0">
                <a:solidFill>
                  <a:schemeClr val="accent5"/>
                </a:solidFill>
                <a:latin typeface="Arial" panose="020B06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gracias</a:t>
            </a:r>
          </a:p>
        </p:txBody>
      </p:sp>
      <p:grpSp>
        <p:nvGrpSpPr>
          <p:cNvPr id="19459" name="Group 3">
            <a:extLst>
              <a:ext uri="{FF2B5EF4-FFF2-40B4-BE49-F238E27FC236}">
                <a16:creationId xmlns:a16="http://schemas.microsoft.com/office/drawing/2014/main" id="{9487721A-22E5-B348-6774-B6874BC422DD}"/>
              </a:ext>
            </a:extLst>
          </p:cNvPr>
          <p:cNvGrpSpPr>
            <a:grpSpLocks/>
          </p:cNvGrpSpPr>
          <p:nvPr/>
        </p:nvGrpSpPr>
        <p:grpSpPr bwMode="auto">
          <a:xfrm>
            <a:off x="5510213" y="4457700"/>
            <a:ext cx="685800" cy="685800"/>
            <a:chOff x="6324600" y="4114799"/>
            <a:chExt cx="685800" cy="685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8DDAB4E-720E-D4EC-4672-61602AB867B3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85F526-09EF-2DDF-1598-C632CADB2992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60" name="Group 7">
            <a:extLst>
              <a:ext uri="{FF2B5EF4-FFF2-40B4-BE49-F238E27FC236}">
                <a16:creationId xmlns:a16="http://schemas.microsoft.com/office/drawing/2014/main" id="{F66C3083-3AEE-9AC7-CF4E-369B7A6E0F40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2011025" y="5143500"/>
            <a:ext cx="685800" cy="685800"/>
            <a:chOff x="6324600" y="4114799"/>
            <a:chExt cx="685800" cy="6858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216A237-3D39-2F69-8270-6115EE7273FD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D3EFC2C-19ED-8586-AEF6-1840BD809AC4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AE45F578-8489-AD07-EC11-04A8B95BE8BE}"/>
              </a:ext>
            </a:extLst>
          </p:cNvPr>
          <p:cNvSpPr/>
          <p:nvPr/>
        </p:nvSpPr>
        <p:spPr>
          <a:xfrm>
            <a:off x="346364" y="8825345"/>
            <a:ext cx="3796145" cy="1205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s-GT" sz="3200" dirty="0" err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72998148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408be90b-7af1-4348-adf8-80036b355e81" xsi:nil="true"/>
    <TaxCatchAll xmlns="0a70e875-3d35-4be2-921f-7117c31bab9b"/>
    <lcf76f155ced4ddcb4097134ff3c332f xmlns="408be90b-7af1-4348-adf8-80036b355e8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8806F2729861B41B7EC49B6DEC02BCC" ma:contentTypeVersion="19" ma:contentTypeDescription="Crear nuevo documento." ma:contentTypeScope="" ma:versionID="aa060be1a5dddb67ccbe269a5a60c7d1">
  <xsd:schema xmlns:xsd="http://www.w3.org/2001/XMLSchema" xmlns:xs="http://www.w3.org/2001/XMLSchema" xmlns:p="http://schemas.microsoft.com/office/2006/metadata/properties" xmlns:ns2="408be90b-7af1-4348-adf8-80036b355e81" xmlns:ns3="0a70e875-3d35-4be2-921f-7117c31bab9b" targetNamespace="http://schemas.microsoft.com/office/2006/metadata/properties" ma:root="true" ma:fieldsID="0ae0c9da05c0f6f4972abc3daf7f3b3b" ns2:_="" ns3:_="">
    <xsd:import namespace="408be90b-7af1-4348-adf8-80036b355e81"/>
    <xsd:import namespace="0a70e875-3d35-4be2-921f-7117c31bab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8be90b-7af1-4348-adf8-80036b355e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Estado de aprobación" ma:internalName="Estado_x0020_de_x0020_aprobaci_x00f3_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AD368C-EA39-4E4E-BA47-D094FDD43465}">
  <ds:schemaRefs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408be90b-7af1-4348-adf8-80036b355e81"/>
    <ds:schemaRef ds:uri="http://schemas.microsoft.com/office/infopath/2007/PartnerControls"/>
    <ds:schemaRef ds:uri="0a70e875-3d35-4be2-921f-7117c31bab9b"/>
  </ds:schemaRefs>
</ds:datastoreItem>
</file>

<file path=customXml/itemProps2.xml><?xml version="1.0" encoding="utf-8"?>
<ds:datastoreItem xmlns:ds="http://schemas.openxmlformats.org/officeDocument/2006/customXml" ds:itemID="{8665F67C-40CA-4FAD-B01B-EBEA4717D5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8be90b-7af1-4348-adf8-80036b355e81"/>
    <ds:schemaRef ds:uri="0a70e875-3d35-4be2-921f-7117c31bab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3F04852-0CDD-4D6A-99C0-688F791189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22478</TotalTime>
  <Words>372</Words>
  <Application>Microsoft Office PowerPoint</Application>
  <PresentationFormat>Personalizado</PresentationFormat>
  <Paragraphs>85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Arial</vt:lpstr>
      <vt:lpstr>Arial Unicode MS</vt:lpstr>
      <vt:lpstr>Calibri</vt:lpstr>
      <vt:lpstr>Courier New</vt:lpstr>
      <vt:lpstr>Franklin Gothic Book</vt:lpstr>
      <vt:lpstr>Franklin Gothic Medium</vt:lpstr>
      <vt:lpstr>Lucida Grande</vt:lpstr>
      <vt:lpstr>Wingdings</vt:lpstr>
      <vt:lpstr>TEAM SLIDES</vt:lpstr>
      <vt:lpstr>1_TEAM SLIDES</vt:lpstr>
      <vt:lpstr>Presentación de PowerPoint</vt:lpstr>
      <vt:lpstr>Apartado 01 Actualidad del departamento SopTec GT</vt:lpstr>
      <vt:lpstr>Apartado 01 Integracion del chatbot</vt:lpstr>
      <vt:lpstr>Apartado 02 Arquitectura del proyecto</vt:lpstr>
      <vt:lpstr>Apartado 03 Modelo Conversacional basado en Rasa Framework</vt:lpstr>
      <vt:lpstr>Apartado 03 Modelo Conversacional basado en Rasa Framework</vt:lpstr>
      <vt:lpstr>Apartado 04 Base de Conocimientos (documentos técnicos)</vt:lpstr>
      <vt:lpstr>Apartado 04 RAG</vt:lpstr>
      <vt:lpstr>Apartado 04 RAG</vt:lpstr>
      <vt:lpstr>Apartado 05 LLM Híbrido (Local + Cloud)</vt:lpstr>
      <vt:lpstr>Apartado 06 Canal de Integración</vt:lpstr>
      <vt:lpstr>Apartado 07 Registros de incidentes + Dashboard</vt:lpstr>
      <vt:lpstr>Apartado 08 Flujo de trabajo del chatbot</vt:lpstr>
      <vt:lpstr>Apartado 08 Flujo de trabajo del chatbot</vt:lpstr>
      <vt:lpstr>Apartado 08 Flujo de trabajo del chatbot</vt:lpstr>
      <vt:lpstr>Apartado 09 Trabajo Futuro</vt:lpstr>
      <vt:lpstr>Presentación de PowerPoint</vt:lpstr>
      <vt:lpstr>Presentación de PowerPoint</vt:lpstr>
    </vt:vector>
  </TitlesOfParts>
  <Manager/>
  <Company>unir.net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UNIR</dc:creator>
  <cp:keywords/>
  <dc:description/>
  <cp:lastModifiedBy>Smith</cp:lastModifiedBy>
  <cp:revision>1354</cp:revision>
  <dcterms:created xsi:type="dcterms:W3CDTF">2015-01-20T11:47:48Z</dcterms:created>
  <dcterms:modified xsi:type="dcterms:W3CDTF">2025-12-06T19:34:18Z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0x010100A3E1C0FC74B3174194FF149F9456036A</vt:lpwstr>
  </property>
</Properties>
</file>